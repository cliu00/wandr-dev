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Wandr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Planning for Short Escapes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0" y="3383280"/>
            <a:ext cx="3931920" cy="27432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Shruti Suresh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BC Build-A-Thon  · 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B896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E4D3A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6858000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2560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6400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a short escape shouldn't take longer than the trip itself.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840480" y="1965960"/>
            <a:ext cx="8046720" cy="868680"/>
          </a:xfrm>
          <a:prstGeom prst="rect">
            <a:avLst/>
          </a:prstGeom>
          <a:solidFill>
            <a:srgbClr val="EEE8DF"/>
          </a:solidFill>
          <a:ln w="12700">
            <a:solidFill>
              <a:srgbClr val="EEE8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2057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Hours lost across tabs — TripAdvisor, Reddit, Google Maps, travel blogs — with no clear answer.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840480" y="2971800"/>
            <a:ext cx="8046720" cy="868680"/>
          </a:xfrm>
          <a:prstGeom prst="rect">
            <a:avLst/>
          </a:prstGeom>
          <a:solidFill>
            <a:srgbClr val="EEE8DF"/>
          </a:solidFill>
          <a:ln w="12700">
            <a:solidFill>
              <a:srgbClr val="EEE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3063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Generic results. Every planning tool surfaces the same tourist traps for everyone, regardless of travel style.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840480" y="3977640"/>
            <a:ext cx="8046720" cy="868680"/>
          </a:xfrm>
          <a:prstGeom prst="rect">
            <a:avLst/>
          </a:prstGeom>
          <a:solidFill>
            <a:srgbClr val="EEE8DF"/>
          </a:solidFill>
          <a:ln w="12700">
            <a:solidFill>
              <a:srgbClr val="EEE8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4069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Group coordination is broken. Getting 4 friends to agree on a 2-day itinerary means endless group chats and compromise.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840480" y="4983480"/>
            <a:ext cx="8046720" cy="868680"/>
          </a:xfrm>
          <a:prstGeom prst="rect">
            <a:avLst/>
          </a:prstGeom>
          <a:solidFill>
            <a:srgbClr val="EEE8DF"/>
          </a:solidFill>
          <a:ln w="12700">
            <a:solidFill>
              <a:srgbClr val="EEE8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5074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Short trips punish indecision. A wasted 2-day weekend is hard to recover — there's no room for bad planning.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Wandr turns your travel style into a curated itinerary — in under a minute.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3657600" cy="4754880"/>
          </a:xfrm>
          <a:prstGeom prst="rect">
            <a:avLst/>
          </a:prstGeom>
          <a:solidFill>
            <a:srgbClr val="15382A"/>
          </a:solidFill>
          <a:ln w="12700">
            <a:solidFill>
              <a:srgbClr val="B89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965A"/>
                </a:solidFill>
              </a:rPr>
              <a:t>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Personalised by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45920" y="3246120"/>
            <a:ext cx="1097280" cy="36576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2900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6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6 questions about your energy level, budget, food preferences, and travel style. Claude generates an itinerary shaped entirely around your answers — not a template.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57600" cy="4754880"/>
          </a:xfrm>
          <a:prstGeom prst="rect">
            <a:avLst/>
          </a:prstGeom>
          <a:solidFill>
            <a:srgbClr val="15382A"/>
          </a:solidFill>
          <a:ln w="12700">
            <a:solidFill>
              <a:srgbClr val="B89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965A"/>
                </a:solidFill>
              </a:rPr>
              <a:t>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Groups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77840" y="3246120"/>
            <a:ext cx="1097280" cy="36576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342900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6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link. Friends add their own preferences. The itinerary regenerates, merging everyone's tastes. Each activity is tagged with whose preferences it matched.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657600" cy="4754880"/>
          </a:xfrm>
          <a:prstGeom prst="rect">
            <a:avLst/>
          </a:prstGeom>
          <a:solidFill>
            <a:srgbClr val="15382A"/>
          </a:solidFill>
          <a:ln w="12700">
            <a:solidFill>
              <a:srgbClr val="B89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965A"/>
                </a:solidFill>
              </a:rPr>
              <a:t>◈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Locally Curated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09760" y="3246120"/>
            <a:ext cx="1097280" cy="36576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42900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6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are geo-clustered by neighbourhood, seasonally aware (festivals, foliage, local events), and weighted toward hidden gems over tourist traps.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B8965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1E4D3A"/>
          </a:solidFill>
          <a:ln/>
        </p:spPr>
      </p:sp>
      <p:sp>
        <p:nvSpPr>
          <p:cNvPr id="3" name="Shape 1"/>
          <p:cNvSpPr/>
          <p:nvPr/>
        </p:nvSpPr>
        <p:spPr>
          <a:xfrm>
            <a:off x="8659368" y="0"/>
            <a:ext cx="54864" cy="6858000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0" y="23774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778240" y="6217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We'd love your perspective.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would help us most: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414016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realistic revenue paths in travel? Subscription, B2B partnerships with hotels/tourism boards, or commission?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79552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90672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13639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acquisition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49300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travel planners discover new tools? What channels worked for products you've seen succeed in this space?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78224"/>
            <a:ext cx="79552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69664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421538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trip dynamics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5720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seeing strong signal in the group feature. Is this a real wedge or a nice-to-have?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157216"/>
            <a:ext cx="79552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248656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connections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65099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anyone in travel tech, tourism boards, or hospitality who might be interested in a pilot?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2026-03-20T06:11:51Z</dcterms:created>
  <dcterms:modified xsi:type="dcterms:W3CDTF">2026-03-20T06:11:51Z</dcterms:modified>
</cp:coreProperties>
</file>